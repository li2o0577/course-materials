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5"/>
  </p:handoutMasterIdLst>
  <p:sldIdLst>
    <p:sldId id="1092" r:id="rId3"/>
    <p:sldId id="759" r:id="rId4"/>
    <p:sldId id="739" r:id="rId5"/>
    <p:sldId id="744" r:id="rId7"/>
    <p:sldId id="760" r:id="rId8"/>
    <p:sldId id="773" r:id="rId9"/>
    <p:sldId id="765" r:id="rId10"/>
    <p:sldId id="769" r:id="rId11"/>
    <p:sldId id="767" r:id="rId12"/>
    <p:sldId id="782" r:id="rId13"/>
    <p:sldId id="770" r:id="rId14"/>
    <p:sldId id="1096" r:id="rId15"/>
    <p:sldId id="779" r:id="rId16"/>
    <p:sldId id="780" r:id="rId17"/>
    <p:sldId id="777" r:id="rId18"/>
    <p:sldId id="778" r:id="rId19"/>
    <p:sldId id="784" r:id="rId20"/>
    <p:sldId id="1093" r:id="rId21"/>
    <p:sldId id="727" r:id="rId22"/>
    <p:sldId id="1094" r:id="rId23"/>
    <p:sldId id="109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8" autoAdjust="0"/>
    <p:restoredTop sz="81552" autoAdjust="0"/>
  </p:normalViewPr>
  <p:slideViewPr>
    <p:cSldViewPr snapToGrid="0" showGuides="1">
      <p:cViewPr varScale="1">
        <p:scale>
          <a:sx n="71" d="100"/>
          <a:sy n="71" d="100"/>
        </p:scale>
        <p:origin x="41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AD3A20-7FE2-49D4-8A3B-B6B5569625BE}" type="doc">
      <dgm:prSet loTypeId="urn:microsoft.com/office/officeart/2005/8/layout/chevronAccent+Icon#1" loCatId="process" qsTypeId="urn:microsoft.com/office/officeart/2005/8/quickstyle/simple1" qsCatId="simple" csTypeId="urn:microsoft.com/office/officeart/2005/8/colors/accent1_2" csCatId="accent1" phldr="1"/>
      <dgm:spPr/>
    </dgm:pt>
    <dgm:pt modelId="{0C0D7F3F-257F-43F7-AB14-F83C581C859A}">
      <dgm:prSet phldrT="[文本]"/>
      <dgm:spPr/>
      <dgm:t>
        <a:bodyPr/>
        <a:lstStyle/>
        <a:p>
          <a:r>
            <a:rPr lang="zh-CN" altLang="en-US" dirty="0"/>
            <a:t>配置调试环境</a:t>
          </a:r>
        </a:p>
      </dgm:t>
    </dgm:pt>
    <dgm:pt modelId="{B78A2CE8-C78F-4ED5-993D-BF84D300C0E3}" cxnId="{C58813A4-4257-4EF4-B144-209B362BAC64}" type="parTrans">
      <dgm:prSet/>
      <dgm:spPr/>
      <dgm:t>
        <a:bodyPr/>
        <a:lstStyle/>
        <a:p>
          <a:endParaRPr lang="zh-CN" altLang="en-US"/>
        </a:p>
      </dgm:t>
    </dgm:pt>
    <dgm:pt modelId="{6BEC1FE4-1D70-4E8B-8D6A-CB9839A9584B}" cxnId="{C58813A4-4257-4EF4-B144-209B362BAC64}" type="sibTrans">
      <dgm:prSet/>
      <dgm:spPr/>
      <dgm:t>
        <a:bodyPr/>
        <a:lstStyle/>
        <a:p>
          <a:endParaRPr lang="zh-CN" altLang="en-US"/>
        </a:p>
      </dgm:t>
    </dgm:pt>
    <dgm:pt modelId="{B18D8606-4AE5-4798-B300-41AC730463A9}">
      <dgm:prSet phldrT="[文本]" custT="1"/>
      <dgm:spPr/>
      <dgm:t>
        <a:bodyPr/>
        <a:lstStyle/>
        <a:p>
          <a:r>
            <a:rPr lang="zh-C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Rockwell" panose="02060503020205020403"/>
              <a:ea typeface="方正姚体" panose="02010601030101010101" pitchFamily="2" charset="-122"/>
              <a:cs typeface="+mn-cs"/>
            </a:rPr>
            <a:t>设置断点</a:t>
          </a:r>
          <a:endParaRPr lang="zh-CN" altLang="en-US" sz="20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Rockwell" panose="02060503020205020403"/>
            <a:ea typeface="方正姚体" panose="02010601030101010101" pitchFamily="2" charset="-122"/>
            <a:cs typeface="+mn-cs"/>
          </a:endParaRPr>
        </a:p>
      </dgm:t>
    </dgm:pt>
    <dgm:pt modelId="{E3887C18-B34E-4945-A3B9-0028ADD180FD}" cxnId="{3A5A046C-7A88-4038-9990-01F69695E187}" type="parTrans">
      <dgm:prSet/>
      <dgm:spPr/>
      <dgm:t>
        <a:bodyPr/>
        <a:lstStyle/>
        <a:p>
          <a:endParaRPr lang="zh-CN" altLang="en-US"/>
        </a:p>
      </dgm:t>
    </dgm:pt>
    <dgm:pt modelId="{95BFD6F0-2B65-44DD-B48A-34FBD925751F}" cxnId="{3A5A046C-7A88-4038-9990-01F69695E187}" type="sibTrans">
      <dgm:prSet/>
      <dgm:spPr/>
      <dgm:t>
        <a:bodyPr/>
        <a:lstStyle/>
        <a:p>
          <a:endParaRPr lang="zh-CN" altLang="en-US"/>
        </a:p>
      </dgm:t>
    </dgm:pt>
    <dgm:pt modelId="{882DA6B1-D587-45F1-B039-2255C62B80A3}">
      <dgm:prSet phldrT="[文本]"/>
      <dgm:spPr/>
      <dgm:t>
        <a:bodyPr/>
        <a:lstStyle/>
        <a:p>
          <a:r>
            <a:rPr lang="zh-CN" altLang="en-US" dirty="0"/>
            <a:t>调试代码</a:t>
          </a:r>
        </a:p>
      </dgm:t>
    </dgm:pt>
    <dgm:pt modelId="{12BF40FC-7EA9-45E7-B61A-5DD5C8D7D6BD}" cxnId="{C4E7B269-F6AB-420D-A809-897CEBBD8B8F}" type="parTrans">
      <dgm:prSet/>
      <dgm:spPr/>
      <dgm:t>
        <a:bodyPr/>
        <a:lstStyle/>
        <a:p>
          <a:endParaRPr lang="zh-CN" altLang="en-US"/>
        </a:p>
      </dgm:t>
    </dgm:pt>
    <dgm:pt modelId="{032193B6-0B9F-4D15-9CDE-BC041B8D6832}" cxnId="{C4E7B269-F6AB-420D-A809-897CEBBD8B8F}" type="sibTrans">
      <dgm:prSet/>
      <dgm:spPr/>
      <dgm:t>
        <a:bodyPr/>
        <a:lstStyle/>
        <a:p>
          <a:endParaRPr lang="zh-CN" altLang="en-US"/>
        </a:p>
      </dgm:t>
    </dgm:pt>
    <dgm:pt modelId="{5D1339DD-4A17-43F9-BFF5-506427369F28}" type="pres">
      <dgm:prSet presAssocID="{F7AD3A20-7FE2-49D4-8A3B-B6B5569625BE}" presName="Name0" presStyleCnt="0">
        <dgm:presLayoutVars>
          <dgm:dir/>
          <dgm:resizeHandles val="exact"/>
        </dgm:presLayoutVars>
      </dgm:prSet>
      <dgm:spPr/>
    </dgm:pt>
    <dgm:pt modelId="{62F5C9C1-9A93-42DF-86EA-F22E76DF58D9}" type="pres">
      <dgm:prSet presAssocID="{0C0D7F3F-257F-43F7-AB14-F83C581C859A}" presName="composite" presStyleCnt="0"/>
      <dgm:spPr/>
    </dgm:pt>
    <dgm:pt modelId="{B2917FED-7DC0-463F-9F4D-E630B0C4FA05}" type="pres">
      <dgm:prSet presAssocID="{0C0D7F3F-257F-43F7-AB14-F83C581C859A}" presName="bgChev" presStyleLbl="node1" presStyleIdx="0" presStyleCnt="3"/>
      <dgm:spPr>
        <a:solidFill>
          <a:schemeClr val="accent3">
            <a:lumMod val="20000"/>
            <a:lumOff val="80000"/>
          </a:schemeClr>
        </a:solidFill>
      </dgm:spPr>
    </dgm:pt>
    <dgm:pt modelId="{D591B334-8959-4C52-B89C-F46357C2A59D}" type="pres">
      <dgm:prSet presAssocID="{0C0D7F3F-257F-43F7-AB14-F83C581C859A}" presName="txNode" presStyleLbl="fgAcc1" presStyleIdx="0" presStyleCnt="3">
        <dgm:presLayoutVars>
          <dgm:bulletEnabled val="1"/>
        </dgm:presLayoutVars>
      </dgm:prSet>
      <dgm:spPr/>
    </dgm:pt>
    <dgm:pt modelId="{88794ACF-E58E-4A47-9934-99ADAAD7974E}" type="pres">
      <dgm:prSet presAssocID="{6BEC1FE4-1D70-4E8B-8D6A-CB9839A9584B}" presName="compositeSpace" presStyleCnt="0"/>
      <dgm:spPr/>
    </dgm:pt>
    <dgm:pt modelId="{154994CD-95B4-416E-8767-0CA2391EBA6D}" type="pres">
      <dgm:prSet presAssocID="{B18D8606-4AE5-4798-B300-41AC730463A9}" presName="composite" presStyleCnt="0"/>
      <dgm:spPr/>
    </dgm:pt>
    <dgm:pt modelId="{45270F3A-546B-4212-AC9D-3E1B15FACFE1}" type="pres">
      <dgm:prSet presAssocID="{B18D8606-4AE5-4798-B300-41AC730463A9}" presName="bgChev" presStyleLbl="node1" presStyleIdx="1" presStyleCnt="3"/>
      <dgm:spPr>
        <a:solidFill>
          <a:schemeClr val="accent3">
            <a:lumMod val="20000"/>
            <a:lumOff val="80000"/>
          </a:schemeClr>
        </a:solidFill>
      </dgm:spPr>
    </dgm:pt>
    <dgm:pt modelId="{AC76FB70-ACE5-4A68-AB8F-20C414B78F7B}" type="pres">
      <dgm:prSet presAssocID="{B18D8606-4AE5-4798-B300-41AC730463A9}" presName="txNode" presStyleLbl="fgAcc1" presStyleIdx="1" presStyleCnt="3">
        <dgm:presLayoutVars>
          <dgm:bulletEnabled val="1"/>
        </dgm:presLayoutVars>
      </dgm:prSet>
      <dgm:spPr/>
    </dgm:pt>
    <dgm:pt modelId="{2713AF23-C62A-45EC-88AD-72CEF3B1D5E2}" type="pres">
      <dgm:prSet presAssocID="{95BFD6F0-2B65-44DD-B48A-34FBD925751F}" presName="compositeSpace" presStyleCnt="0"/>
      <dgm:spPr/>
    </dgm:pt>
    <dgm:pt modelId="{B45B6946-7E40-4242-967E-BCF9972F56A8}" type="pres">
      <dgm:prSet presAssocID="{882DA6B1-D587-45F1-B039-2255C62B80A3}" presName="composite" presStyleCnt="0"/>
      <dgm:spPr/>
    </dgm:pt>
    <dgm:pt modelId="{C3F4D675-2811-4257-954B-A115519E2049}" type="pres">
      <dgm:prSet presAssocID="{882DA6B1-D587-45F1-B039-2255C62B80A3}" presName="bgChev" presStyleLbl="node1" presStyleIdx="2" presStyleCnt="3"/>
      <dgm:spPr>
        <a:solidFill>
          <a:schemeClr val="accent3">
            <a:lumMod val="20000"/>
            <a:lumOff val="80000"/>
          </a:schemeClr>
        </a:solidFill>
      </dgm:spPr>
    </dgm:pt>
    <dgm:pt modelId="{9F70C188-3BA5-4A93-877C-3D721B49C233}" type="pres">
      <dgm:prSet presAssocID="{882DA6B1-D587-45F1-B039-2255C62B80A3}" presName="txNode" presStyleLbl="fgAcc1" presStyleIdx="2" presStyleCnt="3" custLinFactNeighborX="1422" custLinFactNeighborY="-3723">
        <dgm:presLayoutVars>
          <dgm:bulletEnabled val="1"/>
        </dgm:presLayoutVars>
      </dgm:prSet>
      <dgm:spPr/>
    </dgm:pt>
  </dgm:ptLst>
  <dgm:cxnLst>
    <dgm:cxn modelId="{C4E7B269-F6AB-420D-A809-897CEBBD8B8F}" srcId="{F7AD3A20-7FE2-49D4-8A3B-B6B5569625BE}" destId="{882DA6B1-D587-45F1-B039-2255C62B80A3}" srcOrd="2" destOrd="0" parTransId="{12BF40FC-7EA9-45E7-B61A-5DD5C8D7D6BD}" sibTransId="{032193B6-0B9F-4D15-9CDE-BC041B8D6832}"/>
    <dgm:cxn modelId="{3A5A046C-7A88-4038-9990-01F69695E187}" srcId="{F7AD3A20-7FE2-49D4-8A3B-B6B5569625BE}" destId="{B18D8606-4AE5-4798-B300-41AC730463A9}" srcOrd="1" destOrd="0" parTransId="{E3887C18-B34E-4945-A3B9-0028ADD180FD}" sibTransId="{95BFD6F0-2B65-44DD-B48A-34FBD925751F}"/>
    <dgm:cxn modelId="{CE5B9E6C-B03C-4DB0-BEAB-06C2C9F567A1}" type="presOf" srcId="{B18D8606-4AE5-4798-B300-41AC730463A9}" destId="{AC76FB70-ACE5-4A68-AB8F-20C414B78F7B}" srcOrd="0" destOrd="0" presId="urn:microsoft.com/office/officeart/2005/8/layout/chevronAccent+Icon#1"/>
    <dgm:cxn modelId="{AC7A8471-05DB-4C5A-8C33-C593D7816C99}" type="presOf" srcId="{882DA6B1-D587-45F1-B039-2255C62B80A3}" destId="{9F70C188-3BA5-4A93-877C-3D721B49C233}" srcOrd="0" destOrd="0" presId="urn:microsoft.com/office/officeart/2005/8/layout/chevronAccent+Icon#1"/>
    <dgm:cxn modelId="{EFCBCC57-A888-4FF5-944D-84364EFC5610}" type="presOf" srcId="{F7AD3A20-7FE2-49D4-8A3B-B6B5569625BE}" destId="{5D1339DD-4A17-43F9-BFF5-506427369F28}" srcOrd="0" destOrd="0" presId="urn:microsoft.com/office/officeart/2005/8/layout/chevronAccent+Icon#1"/>
    <dgm:cxn modelId="{28334C7A-7F0B-4B49-B295-9D48975A74A4}" type="presOf" srcId="{0C0D7F3F-257F-43F7-AB14-F83C581C859A}" destId="{D591B334-8959-4C52-B89C-F46357C2A59D}" srcOrd="0" destOrd="0" presId="urn:microsoft.com/office/officeart/2005/8/layout/chevronAccent+Icon#1"/>
    <dgm:cxn modelId="{C58813A4-4257-4EF4-B144-209B362BAC64}" srcId="{F7AD3A20-7FE2-49D4-8A3B-B6B5569625BE}" destId="{0C0D7F3F-257F-43F7-AB14-F83C581C859A}" srcOrd="0" destOrd="0" parTransId="{B78A2CE8-C78F-4ED5-993D-BF84D300C0E3}" sibTransId="{6BEC1FE4-1D70-4E8B-8D6A-CB9839A9584B}"/>
    <dgm:cxn modelId="{9A6E9F3A-749F-403F-805C-9DF4215E424A}" type="presParOf" srcId="{5D1339DD-4A17-43F9-BFF5-506427369F28}" destId="{62F5C9C1-9A93-42DF-86EA-F22E76DF58D9}" srcOrd="0" destOrd="0" presId="urn:microsoft.com/office/officeart/2005/8/layout/chevronAccent+Icon#1"/>
    <dgm:cxn modelId="{E85978AA-393F-4026-9EDD-3BB03BC5B192}" type="presParOf" srcId="{62F5C9C1-9A93-42DF-86EA-F22E76DF58D9}" destId="{B2917FED-7DC0-463F-9F4D-E630B0C4FA05}" srcOrd="0" destOrd="0" presId="urn:microsoft.com/office/officeart/2005/8/layout/chevronAccent+Icon#1"/>
    <dgm:cxn modelId="{1BB8FCFD-2CD7-4B85-B6D9-B56D7AA61132}" type="presParOf" srcId="{62F5C9C1-9A93-42DF-86EA-F22E76DF58D9}" destId="{D591B334-8959-4C52-B89C-F46357C2A59D}" srcOrd="1" destOrd="0" presId="urn:microsoft.com/office/officeart/2005/8/layout/chevronAccent+Icon#1"/>
    <dgm:cxn modelId="{0CD2E6CD-8C3D-42AF-A4E1-15E555AFAD5D}" type="presParOf" srcId="{5D1339DD-4A17-43F9-BFF5-506427369F28}" destId="{88794ACF-E58E-4A47-9934-99ADAAD7974E}" srcOrd="1" destOrd="0" presId="urn:microsoft.com/office/officeart/2005/8/layout/chevronAccent+Icon#1"/>
    <dgm:cxn modelId="{FABE9723-C01F-46C0-8D31-284DF665CE2E}" type="presParOf" srcId="{5D1339DD-4A17-43F9-BFF5-506427369F28}" destId="{154994CD-95B4-416E-8767-0CA2391EBA6D}" srcOrd="2" destOrd="0" presId="urn:microsoft.com/office/officeart/2005/8/layout/chevronAccent+Icon#1"/>
    <dgm:cxn modelId="{B569D16E-92EC-4F11-866F-F0DF9C79F45F}" type="presParOf" srcId="{154994CD-95B4-416E-8767-0CA2391EBA6D}" destId="{45270F3A-546B-4212-AC9D-3E1B15FACFE1}" srcOrd="0" destOrd="0" presId="urn:microsoft.com/office/officeart/2005/8/layout/chevronAccent+Icon#1"/>
    <dgm:cxn modelId="{A27203C4-518C-4CC4-B849-75CA12C25EFA}" type="presParOf" srcId="{154994CD-95B4-416E-8767-0CA2391EBA6D}" destId="{AC76FB70-ACE5-4A68-AB8F-20C414B78F7B}" srcOrd="1" destOrd="0" presId="urn:microsoft.com/office/officeart/2005/8/layout/chevronAccent+Icon#1"/>
    <dgm:cxn modelId="{4498EF48-7097-4171-AEC3-A7313540729E}" type="presParOf" srcId="{5D1339DD-4A17-43F9-BFF5-506427369F28}" destId="{2713AF23-C62A-45EC-88AD-72CEF3B1D5E2}" srcOrd="3" destOrd="0" presId="urn:microsoft.com/office/officeart/2005/8/layout/chevronAccent+Icon#1"/>
    <dgm:cxn modelId="{537359E8-BEE9-45E0-9AD5-1388C9CF0982}" type="presParOf" srcId="{5D1339DD-4A17-43F9-BFF5-506427369F28}" destId="{B45B6946-7E40-4242-967E-BCF9972F56A8}" srcOrd="4" destOrd="0" presId="urn:microsoft.com/office/officeart/2005/8/layout/chevronAccent+Icon#1"/>
    <dgm:cxn modelId="{44BA21F8-0426-42A1-8544-3E9ABD0C364B}" type="presParOf" srcId="{B45B6946-7E40-4242-967E-BCF9972F56A8}" destId="{C3F4D675-2811-4257-954B-A115519E2049}" srcOrd="0" destOrd="0" presId="urn:microsoft.com/office/officeart/2005/8/layout/chevronAccent+Icon#1"/>
    <dgm:cxn modelId="{B01475DF-F851-4993-B1DE-DC7D3A4DD9C3}" type="presParOf" srcId="{B45B6946-7E40-4242-967E-BCF9972F56A8}" destId="{9F70C188-3BA5-4A93-877C-3D721B49C233}" srcOrd="1" destOrd="0" presId="urn:microsoft.com/office/officeart/2005/8/layout/chevronAccent+Icon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AD3A20-7FE2-49D4-8A3B-B6B5569625BE}" type="doc">
      <dgm:prSet loTypeId="urn:microsoft.com/office/officeart/2005/8/layout/chevronAccent+Icon#3" loCatId="process" qsTypeId="urn:microsoft.com/office/officeart/2005/8/quickstyle/simple1" qsCatId="simple" csTypeId="urn:microsoft.com/office/officeart/2005/8/colors/accent1_2" csCatId="accent1" phldr="1"/>
      <dgm:spPr/>
    </dgm:pt>
    <dgm:pt modelId="{0C0D7F3F-257F-43F7-AB14-F83C581C859A}">
      <dgm:prSet phldrT="[文本]"/>
      <dgm:spPr/>
      <dgm:t>
        <a:bodyPr/>
        <a:lstStyle/>
        <a:p>
          <a:r>
            <a:rPr lang="zh-CN" altLang="en-US" dirty="0"/>
            <a:t>开始调试</a:t>
          </a:r>
        </a:p>
      </dgm:t>
    </dgm:pt>
    <dgm:pt modelId="{B78A2CE8-C78F-4ED5-993D-BF84D300C0E3}" cxnId="{C58813A4-4257-4EF4-B144-209B362BAC64}" type="parTrans">
      <dgm:prSet/>
      <dgm:spPr/>
      <dgm:t>
        <a:bodyPr/>
        <a:lstStyle/>
        <a:p>
          <a:endParaRPr lang="zh-CN" altLang="en-US"/>
        </a:p>
      </dgm:t>
    </dgm:pt>
    <dgm:pt modelId="{6BEC1FE4-1D70-4E8B-8D6A-CB9839A9584B}" cxnId="{C58813A4-4257-4EF4-B144-209B362BAC64}" type="sibTrans">
      <dgm:prSet/>
      <dgm:spPr/>
      <dgm:t>
        <a:bodyPr/>
        <a:lstStyle/>
        <a:p>
          <a:endParaRPr lang="zh-CN" altLang="en-US"/>
        </a:p>
      </dgm:t>
    </dgm:pt>
    <dgm:pt modelId="{B18D8606-4AE5-4798-B300-41AC730463A9}">
      <dgm:prSet phldrT="[文本]"/>
      <dgm:spPr/>
      <dgm:t>
        <a:bodyPr/>
        <a:lstStyle/>
        <a:p>
          <a:r>
            <a:rPr lang="zh-CN" altLang="en-US" dirty="0"/>
            <a:t>查看变量</a:t>
          </a:r>
        </a:p>
      </dgm:t>
    </dgm:pt>
    <dgm:pt modelId="{E3887C18-B34E-4945-A3B9-0028ADD180FD}" cxnId="{3A5A046C-7A88-4038-9990-01F69695E187}" type="parTrans">
      <dgm:prSet/>
      <dgm:spPr/>
      <dgm:t>
        <a:bodyPr/>
        <a:lstStyle/>
        <a:p>
          <a:endParaRPr lang="zh-CN" altLang="en-US"/>
        </a:p>
      </dgm:t>
    </dgm:pt>
    <dgm:pt modelId="{95BFD6F0-2B65-44DD-B48A-34FBD925751F}" cxnId="{3A5A046C-7A88-4038-9990-01F69695E187}" type="sibTrans">
      <dgm:prSet/>
      <dgm:spPr/>
      <dgm:t>
        <a:bodyPr/>
        <a:lstStyle/>
        <a:p>
          <a:endParaRPr lang="zh-CN" altLang="en-US"/>
        </a:p>
      </dgm:t>
    </dgm:pt>
    <dgm:pt modelId="{882DA6B1-D587-45F1-B039-2255C62B80A3}">
      <dgm:prSet phldrT="[文本]"/>
      <dgm:spPr/>
      <dgm:t>
        <a:bodyPr/>
        <a:lstStyle/>
        <a:p>
          <a:r>
            <a:rPr lang="zh-CN" altLang="en-US" dirty="0"/>
            <a:t>控制程序运行</a:t>
          </a:r>
        </a:p>
      </dgm:t>
    </dgm:pt>
    <dgm:pt modelId="{12BF40FC-7EA9-45E7-B61A-5DD5C8D7D6BD}" cxnId="{C4E7B269-F6AB-420D-A809-897CEBBD8B8F}" type="parTrans">
      <dgm:prSet/>
      <dgm:spPr/>
      <dgm:t>
        <a:bodyPr/>
        <a:lstStyle/>
        <a:p>
          <a:endParaRPr lang="zh-CN" altLang="en-US"/>
        </a:p>
      </dgm:t>
    </dgm:pt>
    <dgm:pt modelId="{032193B6-0B9F-4D15-9CDE-BC041B8D6832}" cxnId="{C4E7B269-F6AB-420D-A809-897CEBBD8B8F}" type="sibTrans">
      <dgm:prSet/>
      <dgm:spPr/>
      <dgm:t>
        <a:bodyPr/>
        <a:lstStyle/>
        <a:p>
          <a:endParaRPr lang="zh-CN" altLang="en-US"/>
        </a:p>
      </dgm:t>
    </dgm:pt>
    <dgm:pt modelId="{5D1339DD-4A17-43F9-BFF5-506427369F28}" type="pres">
      <dgm:prSet presAssocID="{F7AD3A20-7FE2-49D4-8A3B-B6B5569625BE}" presName="Name0" presStyleCnt="0">
        <dgm:presLayoutVars>
          <dgm:dir/>
          <dgm:resizeHandles val="exact"/>
        </dgm:presLayoutVars>
      </dgm:prSet>
      <dgm:spPr/>
    </dgm:pt>
    <dgm:pt modelId="{62F5C9C1-9A93-42DF-86EA-F22E76DF58D9}" type="pres">
      <dgm:prSet presAssocID="{0C0D7F3F-257F-43F7-AB14-F83C581C859A}" presName="composite" presStyleCnt="0"/>
      <dgm:spPr/>
    </dgm:pt>
    <dgm:pt modelId="{B2917FED-7DC0-463F-9F4D-E630B0C4FA05}" type="pres">
      <dgm:prSet presAssocID="{0C0D7F3F-257F-43F7-AB14-F83C581C859A}" presName="bgChev" presStyleLbl="node1" presStyleIdx="0" presStyleCnt="3"/>
      <dgm:spPr>
        <a:solidFill>
          <a:schemeClr val="accent3">
            <a:lumMod val="20000"/>
            <a:lumOff val="80000"/>
          </a:schemeClr>
        </a:solidFill>
      </dgm:spPr>
    </dgm:pt>
    <dgm:pt modelId="{D591B334-8959-4C52-B89C-F46357C2A59D}" type="pres">
      <dgm:prSet presAssocID="{0C0D7F3F-257F-43F7-AB14-F83C581C859A}" presName="txNode" presStyleLbl="fgAcc1" presStyleIdx="0" presStyleCnt="3">
        <dgm:presLayoutVars>
          <dgm:bulletEnabled val="1"/>
        </dgm:presLayoutVars>
      </dgm:prSet>
      <dgm:spPr/>
    </dgm:pt>
    <dgm:pt modelId="{88794ACF-E58E-4A47-9934-99ADAAD7974E}" type="pres">
      <dgm:prSet presAssocID="{6BEC1FE4-1D70-4E8B-8D6A-CB9839A9584B}" presName="compositeSpace" presStyleCnt="0"/>
      <dgm:spPr/>
    </dgm:pt>
    <dgm:pt modelId="{154994CD-95B4-416E-8767-0CA2391EBA6D}" type="pres">
      <dgm:prSet presAssocID="{B18D8606-4AE5-4798-B300-41AC730463A9}" presName="composite" presStyleCnt="0"/>
      <dgm:spPr/>
    </dgm:pt>
    <dgm:pt modelId="{45270F3A-546B-4212-AC9D-3E1B15FACFE1}" type="pres">
      <dgm:prSet presAssocID="{B18D8606-4AE5-4798-B300-41AC730463A9}" presName="bgChev" presStyleLbl="node1" presStyleIdx="1" presStyleCnt="3"/>
      <dgm:spPr>
        <a:solidFill>
          <a:schemeClr val="accent3">
            <a:lumMod val="20000"/>
            <a:lumOff val="80000"/>
          </a:schemeClr>
        </a:solidFill>
      </dgm:spPr>
    </dgm:pt>
    <dgm:pt modelId="{AC76FB70-ACE5-4A68-AB8F-20C414B78F7B}" type="pres">
      <dgm:prSet presAssocID="{B18D8606-4AE5-4798-B300-41AC730463A9}" presName="txNode" presStyleLbl="fgAcc1" presStyleIdx="1" presStyleCnt="3">
        <dgm:presLayoutVars>
          <dgm:bulletEnabled val="1"/>
        </dgm:presLayoutVars>
      </dgm:prSet>
      <dgm:spPr/>
    </dgm:pt>
    <dgm:pt modelId="{2713AF23-C62A-45EC-88AD-72CEF3B1D5E2}" type="pres">
      <dgm:prSet presAssocID="{95BFD6F0-2B65-44DD-B48A-34FBD925751F}" presName="compositeSpace" presStyleCnt="0"/>
      <dgm:spPr/>
    </dgm:pt>
    <dgm:pt modelId="{B45B6946-7E40-4242-967E-BCF9972F56A8}" type="pres">
      <dgm:prSet presAssocID="{882DA6B1-D587-45F1-B039-2255C62B80A3}" presName="composite" presStyleCnt="0"/>
      <dgm:spPr/>
    </dgm:pt>
    <dgm:pt modelId="{C3F4D675-2811-4257-954B-A115519E2049}" type="pres">
      <dgm:prSet presAssocID="{882DA6B1-D587-45F1-B039-2255C62B80A3}" presName="bgChev" presStyleLbl="node1" presStyleIdx="2" presStyleCnt="3"/>
      <dgm:spPr>
        <a:solidFill>
          <a:schemeClr val="accent3">
            <a:lumMod val="20000"/>
            <a:lumOff val="80000"/>
          </a:schemeClr>
        </a:solidFill>
      </dgm:spPr>
    </dgm:pt>
    <dgm:pt modelId="{9F70C188-3BA5-4A93-877C-3D721B49C233}" type="pres">
      <dgm:prSet presAssocID="{882DA6B1-D587-45F1-B039-2255C62B80A3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DB33EF23-25E4-402B-9EBE-6E92548B135A}" type="presOf" srcId="{B18D8606-4AE5-4798-B300-41AC730463A9}" destId="{AC76FB70-ACE5-4A68-AB8F-20C414B78F7B}" srcOrd="0" destOrd="0" presId="urn:microsoft.com/office/officeart/2005/8/layout/chevronAccent+Icon#3"/>
    <dgm:cxn modelId="{C4E7B269-F6AB-420D-A809-897CEBBD8B8F}" srcId="{F7AD3A20-7FE2-49D4-8A3B-B6B5569625BE}" destId="{882DA6B1-D587-45F1-B039-2255C62B80A3}" srcOrd="2" destOrd="0" parTransId="{12BF40FC-7EA9-45E7-B61A-5DD5C8D7D6BD}" sibTransId="{032193B6-0B9F-4D15-9CDE-BC041B8D6832}"/>
    <dgm:cxn modelId="{3A5A046C-7A88-4038-9990-01F69695E187}" srcId="{F7AD3A20-7FE2-49D4-8A3B-B6B5569625BE}" destId="{B18D8606-4AE5-4798-B300-41AC730463A9}" srcOrd="1" destOrd="0" parTransId="{E3887C18-B34E-4945-A3B9-0028ADD180FD}" sibTransId="{95BFD6F0-2B65-44DD-B48A-34FBD925751F}"/>
    <dgm:cxn modelId="{73B8AC4C-6B67-45D5-BF73-5E91D1E989EE}" type="presOf" srcId="{F7AD3A20-7FE2-49D4-8A3B-B6B5569625BE}" destId="{5D1339DD-4A17-43F9-BFF5-506427369F28}" srcOrd="0" destOrd="0" presId="urn:microsoft.com/office/officeart/2005/8/layout/chevronAccent+Icon#3"/>
    <dgm:cxn modelId="{EE85F882-04E2-4159-88E5-77C9ED71917B}" type="presOf" srcId="{882DA6B1-D587-45F1-B039-2255C62B80A3}" destId="{9F70C188-3BA5-4A93-877C-3D721B49C233}" srcOrd="0" destOrd="0" presId="urn:microsoft.com/office/officeart/2005/8/layout/chevronAccent+Icon#3"/>
    <dgm:cxn modelId="{C58813A4-4257-4EF4-B144-209B362BAC64}" srcId="{F7AD3A20-7FE2-49D4-8A3B-B6B5569625BE}" destId="{0C0D7F3F-257F-43F7-AB14-F83C581C859A}" srcOrd="0" destOrd="0" parTransId="{B78A2CE8-C78F-4ED5-993D-BF84D300C0E3}" sibTransId="{6BEC1FE4-1D70-4E8B-8D6A-CB9839A9584B}"/>
    <dgm:cxn modelId="{26EB1FFD-2C70-4F41-834B-9E9CF505C411}" type="presOf" srcId="{0C0D7F3F-257F-43F7-AB14-F83C581C859A}" destId="{D591B334-8959-4C52-B89C-F46357C2A59D}" srcOrd="0" destOrd="0" presId="urn:microsoft.com/office/officeart/2005/8/layout/chevronAccent+Icon#3"/>
    <dgm:cxn modelId="{B8C91C41-1FB9-454E-97DF-EB4AF494F628}" type="presParOf" srcId="{5D1339DD-4A17-43F9-BFF5-506427369F28}" destId="{62F5C9C1-9A93-42DF-86EA-F22E76DF58D9}" srcOrd="0" destOrd="0" presId="urn:microsoft.com/office/officeart/2005/8/layout/chevronAccent+Icon#3"/>
    <dgm:cxn modelId="{E205596B-1F68-4146-9D8D-27BF8E7E7102}" type="presParOf" srcId="{62F5C9C1-9A93-42DF-86EA-F22E76DF58D9}" destId="{B2917FED-7DC0-463F-9F4D-E630B0C4FA05}" srcOrd="0" destOrd="0" presId="urn:microsoft.com/office/officeart/2005/8/layout/chevronAccent+Icon#3"/>
    <dgm:cxn modelId="{F3FD70F4-BD13-4379-B9C1-97EA353D9C13}" type="presParOf" srcId="{62F5C9C1-9A93-42DF-86EA-F22E76DF58D9}" destId="{D591B334-8959-4C52-B89C-F46357C2A59D}" srcOrd="1" destOrd="0" presId="urn:microsoft.com/office/officeart/2005/8/layout/chevronAccent+Icon#3"/>
    <dgm:cxn modelId="{09E38B1A-4C65-48BD-8752-6F7F6A31AA94}" type="presParOf" srcId="{5D1339DD-4A17-43F9-BFF5-506427369F28}" destId="{88794ACF-E58E-4A47-9934-99ADAAD7974E}" srcOrd="1" destOrd="0" presId="urn:microsoft.com/office/officeart/2005/8/layout/chevronAccent+Icon#3"/>
    <dgm:cxn modelId="{048938FD-B896-450F-A7FD-21F3187188FA}" type="presParOf" srcId="{5D1339DD-4A17-43F9-BFF5-506427369F28}" destId="{154994CD-95B4-416E-8767-0CA2391EBA6D}" srcOrd="2" destOrd="0" presId="urn:microsoft.com/office/officeart/2005/8/layout/chevronAccent+Icon#3"/>
    <dgm:cxn modelId="{0FD4D7B2-EDDA-4263-8D0B-3B8C9B93AADA}" type="presParOf" srcId="{154994CD-95B4-416E-8767-0CA2391EBA6D}" destId="{45270F3A-546B-4212-AC9D-3E1B15FACFE1}" srcOrd="0" destOrd="0" presId="urn:microsoft.com/office/officeart/2005/8/layout/chevronAccent+Icon#3"/>
    <dgm:cxn modelId="{F2742B31-1971-4BAF-9D66-9636BAF06888}" type="presParOf" srcId="{154994CD-95B4-416E-8767-0CA2391EBA6D}" destId="{AC76FB70-ACE5-4A68-AB8F-20C414B78F7B}" srcOrd="1" destOrd="0" presId="urn:microsoft.com/office/officeart/2005/8/layout/chevronAccent+Icon#3"/>
    <dgm:cxn modelId="{C4BB1C99-1292-46C2-96F7-9B03FFD5E0EC}" type="presParOf" srcId="{5D1339DD-4A17-43F9-BFF5-506427369F28}" destId="{2713AF23-C62A-45EC-88AD-72CEF3B1D5E2}" srcOrd="3" destOrd="0" presId="urn:microsoft.com/office/officeart/2005/8/layout/chevronAccent+Icon#3"/>
    <dgm:cxn modelId="{1ACCD325-714E-4151-B942-ACCB75C66974}" type="presParOf" srcId="{5D1339DD-4A17-43F9-BFF5-506427369F28}" destId="{B45B6946-7E40-4242-967E-BCF9972F56A8}" srcOrd="4" destOrd="0" presId="urn:microsoft.com/office/officeart/2005/8/layout/chevronAccent+Icon#3"/>
    <dgm:cxn modelId="{988BBF79-1AE7-4B8C-AF0F-0BE6852A9244}" type="presParOf" srcId="{B45B6946-7E40-4242-967E-BCF9972F56A8}" destId="{C3F4D675-2811-4257-954B-A115519E2049}" srcOrd="0" destOrd="0" presId="urn:microsoft.com/office/officeart/2005/8/layout/chevronAccent+Icon#3"/>
    <dgm:cxn modelId="{CA339646-1475-42A3-B953-7A486D6FDE8A}" type="presParOf" srcId="{B45B6946-7E40-4242-967E-BCF9972F56A8}" destId="{9F70C188-3BA5-4A93-877C-3D721B49C233}" srcOrd="1" destOrd="0" presId="urn:microsoft.com/office/officeart/2005/8/layout/chevronAccent+Icon#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280400" cy="4765675"/>
        <a:chOff x="0" y="0"/>
        <a:chExt cx="8280400" cy="4765675"/>
      </a:xfrm>
    </dsp:grpSpPr>
    <dsp:sp modelId="{B2917FED-7DC0-463F-9F4D-E630B0C4FA05}">
      <dsp:nvSpPr>
        <dsp:cNvPr id="3" name="燕尾形 2"/>
        <dsp:cNvSpPr/>
      </dsp:nvSpPr>
      <dsp:spPr bwMode="white">
        <a:xfrm>
          <a:off x="0" y="1794525"/>
          <a:ext cx="2438599" cy="941299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794525"/>
        <a:ext cx="2438599" cy="941299"/>
      </dsp:txXfrm>
    </dsp:sp>
    <dsp:sp modelId="{D591B334-8959-4C52-B89C-F46357C2A59D}">
      <dsp:nvSpPr>
        <dsp:cNvPr id="4" name="圆角矩形 3"/>
        <dsp:cNvSpPr/>
      </dsp:nvSpPr>
      <dsp:spPr bwMode="white">
        <a:xfrm>
          <a:off x="650293" y="2029850"/>
          <a:ext cx="2059262" cy="94129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56464" tIns="156464" rIns="156464" bIns="156464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dk1"/>
              </a:solidFill>
            </a:rPr>
            <a:t>配置调试环境</a:t>
          </a:r>
          <a:endParaRPr>
            <a:solidFill>
              <a:schemeClr val="dk1"/>
            </a:solidFill>
          </a:endParaRPr>
        </a:p>
      </dsp:txBody>
      <dsp:txXfrm>
        <a:off x="650293" y="2029850"/>
        <a:ext cx="2059262" cy="941299"/>
      </dsp:txXfrm>
    </dsp:sp>
    <dsp:sp modelId="{45270F3A-546B-4212-AC9D-3E1B15FACFE1}">
      <dsp:nvSpPr>
        <dsp:cNvPr id="5" name="燕尾形 4"/>
        <dsp:cNvSpPr/>
      </dsp:nvSpPr>
      <dsp:spPr bwMode="white">
        <a:xfrm>
          <a:off x="2785423" y="1794525"/>
          <a:ext cx="2438599" cy="941299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785423" y="1794525"/>
        <a:ext cx="2438599" cy="941299"/>
      </dsp:txXfrm>
    </dsp:sp>
    <dsp:sp modelId="{AC76FB70-ACE5-4A68-AB8F-20C414B78F7B}">
      <dsp:nvSpPr>
        <dsp:cNvPr id="6" name="圆角矩形 5"/>
        <dsp:cNvSpPr/>
      </dsp:nvSpPr>
      <dsp:spPr bwMode="white">
        <a:xfrm>
          <a:off x="3435716" y="2029850"/>
          <a:ext cx="2059262" cy="94129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42240" tIns="142240" rIns="142240" bIns="14224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Rockwell" panose="02060503020205020403"/>
              <a:ea typeface="方正姚体" panose="02010601030101010101" pitchFamily="2" charset="-122"/>
              <a:cs typeface="+mn-cs"/>
            </a:rPr>
            <a:t>设置断点</a:t>
          </a:r>
          <a:endParaRPr lang="zh-CN" altLang="en-US" sz="20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Rockwell" panose="02060503020205020403"/>
            <a:ea typeface="方正姚体" panose="02010601030101010101" pitchFamily="2" charset="-122"/>
            <a:cs typeface="+mn-cs"/>
          </a:endParaRPr>
        </a:p>
      </dsp:txBody>
      <dsp:txXfrm>
        <a:off x="3435716" y="2029850"/>
        <a:ext cx="2059262" cy="941299"/>
      </dsp:txXfrm>
    </dsp:sp>
    <dsp:sp modelId="{C3F4D675-2811-4257-954B-A115519E2049}">
      <dsp:nvSpPr>
        <dsp:cNvPr id="7" name="燕尾形 6"/>
        <dsp:cNvSpPr/>
      </dsp:nvSpPr>
      <dsp:spPr bwMode="white">
        <a:xfrm>
          <a:off x="5570845" y="1794525"/>
          <a:ext cx="2438599" cy="941299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5570845" y="1794525"/>
        <a:ext cx="2438599" cy="941299"/>
      </dsp:txXfrm>
    </dsp:sp>
    <dsp:sp modelId="{9F70C188-3BA5-4A93-877C-3D721B49C233}">
      <dsp:nvSpPr>
        <dsp:cNvPr id="8" name="圆角矩形 7"/>
        <dsp:cNvSpPr/>
      </dsp:nvSpPr>
      <dsp:spPr bwMode="white">
        <a:xfrm>
          <a:off x="6221138" y="1994806"/>
          <a:ext cx="2059262" cy="94129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56464" tIns="156464" rIns="156464" bIns="156464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dk1"/>
              </a:solidFill>
            </a:rPr>
            <a:t>调试代码</a:t>
          </a:r>
          <a:endParaRPr>
            <a:solidFill>
              <a:schemeClr val="dk1"/>
            </a:solidFill>
          </a:endParaRPr>
        </a:p>
      </dsp:txBody>
      <dsp:txXfrm>
        <a:off x="6221138" y="1994806"/>
        <a:ext cx="2059262" cy="9412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280400" cy="4765675"/>
        <a:chOff x="0" y="0"/>
        <a:chExt cx="8280400" cy="4765675"/>
      </a:xfrm>
    </dsp:grpSpPr>
    <dsp:sp modelId="{B2917FED-7DC0-463F-9F4D-E630B0C4FA05}">
      <dsp:nvSpPr>
        <dsp:cNvPr id="3" name="燕尾形 2"/>
        <dsp:cNvSpPr/>
      </dsp:nvSpPr>
      <dsp:spPr bwMode="white">
        <a:xfrm>
          <a:off x="0" y="1794525"/>
          <a:ext cx="2438599" cy="941299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794525"/>
        <a:ext cx="2438599" cy="941299"/>
      </dsp:txXfrm>
    </dsp:sp>
    <dsp:sp modelId="{D591B334-8959-4C52-B89C-F46357C2A59D}">
      <dsp:nvSpPr>
        <dsp:cNvPr id="4" name="圆角矩形 3"/>
        <dsp:cNvSpPr/>
      </dsp:nvSpPr>
      <dsp:spPr bwMode="white">
        <a:xfrm>
          <a:off x="650293" y="2029850"/>
          <a:ext cx="2059262" cy="94129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56464" tIns="156464" rIns="156464" bIns="156464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dk1"/>
              </a:solidFill>
            </a:rPr>
            <a:t>开始调试</a:t>
          </a:r>
          <a:endParaRPr>
            <a:solidFill>
              <a:schemeClr val="dk1"/>
            </a:solidFill>
          </a:endParaRPr>
        </a:p>
      </dsp:txBody>
      <dsp:txXfrm>
        <a:off x="650293" y="2029850"/>
        <a:ext cx="2059262" cy="941299"/>
      </dsp:txXfrm>
    </dsp:sp>
    <dsp:sp modelId="{45270F3A-546B-4212-AC9D-3E1B15FACFE1}">
      <dsp:nvSpPr>
        <dsp:cNvPr id="5" name="燕尾形 4"/>
        <dsp:cNvSpPr/>
      </dsp:nvSpPr>
      <dsp:spPr bwMode="white">
        <a:xfrm>
          <a:off x="2785423" y="1794525"/>
          <a:ext cx="2438599" cy="941299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785423" y="1794525"/>
        <a:ext cx="2438599" cy="941299"/>
      </dsp:txXfrm>
    </dsp:sp>
    <dsp:sp modelId="{AC76FB70-ACE5-4A68-AB8F-20C414B78F7B}">
      <dsp:nvSpPr>
        <dsp:cNvPr id="6" name="圆角矩形 5"/>
        <dsp:cNvSpPr/>
      </dsp:nvSpPr>
      <dsp:spPr bwMode="white">
        <a:xfrm>
          <a:off x="3435716" y="2029850"/>
          <a:ext cx="2059262" cy="94129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56464" tIns="156464" rIns="156464" bIns="156464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dk1"/>
              </a:solidFill>
            </a:rPr>
            <a:t>查看变量</a:t>
          </a:r>
          <a:endParaRPr>
            <a:solidFill>
              <a:schemeClr val="dk1"/>
            </a:solidFill>
          </a:endParaRPr>
        </a:p>
      </dsp:txBody>
      <dsp:txXfrm>
        <a:off x="3435716" y="2029850"/>
        <a:ext cx="2059262" cy="941299"/>
      </dsp:txXfrm>
    </dsp:sp>
    <dsp:sp modelId="{C3F4D675-2811-4257-954B-A115519E2049}">
      <dsp:nvSpPr>
        <dsp:cNvPr id="7" name="燕尾形 6"/>
        <dsp:cNvSpPr/>
      </dsp:nvSpPr>
      <dsp:spPr bwMode="white">
        <a:xfrm>
          <a:off x="5570845" y="1794525"/>
          <a:ext cx="2438599" cy="941299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5570845" y="1794525"/>
        <a:ext cx="2438599" cy="941299"/>
      </dsp:txXfrm>
    </dsp:sp>
    <dsp:sp modelId="{9F70C188-3BA5-4A93-877C-3D721B49C233}">
      <dsp:nvSpPr>
        <dsp:cNvPr id="8" name="圆角矩形 7"/>
        <dsp:cNvSpPr/>
      </dsp:nvSpPr>
      <dsp:spPr bwMode="white">
        <a:xfrm>
          <a:off x="6221138" y="2029850"/>
          <a:ext cx="2059262" cy="94129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56464" tIns="156464" rIns="156464" bIns="156464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dk1"/>
              </a:solidFill>
            </a:rPr>
            <a:t>控制程序运行</a:t>
          </a:r>
          <a:endParaRPr>
            <a:solidFill>
              <a:schemeClr val="dk1"/>
            </a:solidFill>
          </a:endParaRPr>
        </a:p>
      </dsp:txBody>
      <dsp:txXfrm>
        <a:off x="6221138" y="2029850"/>
        <a:ext cx="2059262" cy="941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#1">
  <dgm:title val="V 型符号流程"/>
  <dgm:desc val="用于显示任务、流程或工作流的连续步骤，或用于强调移动或方向。非常适合于少量的 1 级和 2 级文本。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type="chevron" r:blip="" rot="180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Accent+Icon#3">
  <dgm:title val="V 型符号流程"/>
  <dgm:desc val="用于显示任务、流程或工作流的连续步骤，或用于强调移动或方向。非常适合于少量的 1 级和 2 级文本。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type="chevron" r:blip="" rot="180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7969050" cy="457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emf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3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3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hyperlink" Target="https://cplusplus.com/reference/cstdio/scanf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268873" y="1773237"/>
            <a:ext cx="7875127" cy="1655763"/>
          </a:xfrm>
        </p:spPr>
        <p:txBody>
          <a:bodyPr>
            <a:normAutofit/>
          </a:bodyPr>
          <a:lstStyle/>
          <a:p>
            <a:r>
              <a:rPr lang="en-US" altLang="zh-CN"/>
              <a:t>8. </a:t>
            </a:r>
            <a:r>
              <a:rPr lang="zh-CN" altLang="en-US"/>
              <a:t>程序调试</a:t>
            </a:r>
            <a:r>
              <a:rPr lang="en-US" altLang="zh-CN" dirty="0"/>
              <a:t>	</a:t>
            </a:r>
            <a:endParaRPr 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endParaRPr lang="en-US" altLang="zh-CN" dirty="0"/>
          </a:p>
          <a:p>
            <a:r>
              <a:rPr lang="en-US" altLang="zh-CN" dirty="0"/>
              <a:t>vs code</a:t>
            </a:r>
            <a:r>
              <a:rPr lang="zh-CN" altLang="en-US" dirty="0"/>
              <a:t>调试准备</a:t>
            </a:r>
            <a:endParaRPr lang="zh-CN" altLang="en-US" dirty="0"/>
          </a:p>
          <a:p>
            <a:r>
              <a:rPr lang="zh-CN" altLang="en-US" dirty="0"/>
              <a:t>编译链接时的调试</a:t>
            </a:r>
            <a:endParaRPr lang="zh-CN" altLang="en-US" dirty="0"/>
          </a:p>
          <a:p>
            <a:r>
              <a:rPr lang="zh-CN" altLang="en-US" dirty="0"/>
              <a:t>运行时的调试</a:t>
            </a:r>
            <a:endParaRPr lang="zh-CN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概述</a:t>
            </a:r>
            <a:endParaRPr lang="en-US" dirty="0"/>
          </a:p>
        </p:txBody>
      </p:sp>
      <p:sp>
        <p:nvSpPr>
          <p:cNvPr id="1024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常见错误类型：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编译错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链接错误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运行时错误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运行时无错误信息，但执行结果不对</a:t>
            </a:r>
            <a:endParaRPr lang="zh-CN" altLang="en-US" dirty="0">
              <a:solidFill>
                <a:srgbClr val="0070C0"/>
              </a:solidFill>
            </a:endParaRPr>
          </a:p>
          <a:p>
            <a:r>
              <a:rPr lang="zh-CN" altLang="en-US" dirty="0"/>
              <a:t>程序编写完成后，可以根据 </a:t>
            </a:r>
            <a:r>
              <a:rPr lang="en-US" altLang="zh-CN" dirty="0"/>
              <a:t>Output </a:t>
            </a:r>
            <a:r>
              <a:rPr lang="zh-CN" altLang="en-US" dirty="0"/>
              <a:t>窗口中的错误（</a:t>
            </a:r>
            <a:r>
              <a:rPr lang="en-US" altLang="zh-CN" dirty="0"/>
              <a:t>Error</a:t>
            </a:r>
            <a:r>
              <a:rPr lang="zh-CN" altLang="en-US" dirty="0"/>
              <a:t>）、警告（</a:t>
            </a:r>
            <a:r>
              <a:rPr lang="en-US" altLang="zh-CN" dirty="0"/>
              <a:t>Warning</a:t>
            </a:r>
            <a:r>
              <a:rPr lang="zh-CN" altLang="en-US" dirty="0"/>
              <a:t>）信息来修改程序，直到没有错误（最好也不再有警告信息，因为警告往往会是隐含的错误）。</a:t>
            </a:r>
            <a:endParaRPr lang="zh-CN" altLang="en-US" dirty="0"/>
          </a:p>
          <a:p>
            <a:r>
              <a:rPr lang="zh-CN" altLang="en-US" dirty="0"/>
              <a:t>程序编译链接通过，并不等于就正确了，可能在运行时发生错误，造成错误或死机，也可能出现错误的结果，这时候需要检查源程序，找到错误，并进行修改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FF0000"/>
                </a:solidFill>
              </a:rPr>
              <a:t>程序调试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输出调试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断点调试</a:t>
            </a:r>
            <a:endParaRPr lang="en-US" altLang="zh-CN" dirty="0">
              <a:solidFill>
                <a:srgbClr val="0070C0"/>
              </a:solidFill>
            </a:endParaRPr>
          </a:p>
          <a:p>
            <a:pPr lvl="2"/>
            <a:r>
              <a:rPr lang="zh-CN" altLang="en-US" b="1" dirty="0"/>
              <a:t>断点调试</a:t>
            </a:r>
            <a:r>
              <a:rPr lang="zh-CN" altLang="en-US" dirty="0"/>
              <a:t>是指自己在程序的某一行设置一个</a:t>
            </a:r>
            <a:r>
              <a:rPr lang="zh-CN" altLang="en-US" b="1" dirty="0">
                <a:solidFill>
                  <a:srgbClr val="FF0000"/>
                </a:solidFill>
              </a:rPr>
              <a:t>断点</a:t>
            </a:r>
            <a:r>
              <a:rPr lang="zh-CN" altLang="en-US" dirty="0"/>
              <a:t>，可以控制程序运行到断点这一行停住，接下来你可以控制程序的运行，一步一步地执行，或者一段一段地执行，在这个执行过程中，可以看各个变量当前的值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4</a:t>
            </a:r>
            <a:r>
              <a:rPr lang="zh-CN" altLang="en-US" dirty="0"/>
              <a:t>种错误类型</a:t>
            </a:r>
            <a:endParaRPr lang="zh-CN" altLang="en-US" dirty="0"/>
          </a:p>
        </p:txBody>
      </p:sp>
      <p:sp>
        <p:nvSpPr>
          <p:cNvPr id="411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语法或编译时的错误</a:t>
            </a:r>
            <a:endParaRPr lang="zh-CN" altLang="en-US" dirty="0"/>
          </a:p>
          <a:p>
            <a:r>
              <a:rPr lang="zh-CN" altLang="en-US" dirty="0"/>
              <a:t>程序链接时的错误</a:t>
            </a:r>
            <a:endParaRPr lang="zh-CN" altLang="en-US" dirty="0"/>
          </a:p>
          <a:p>
            <a:r>
              <a:rPr lang="zh-CN" altLang="en-US" dirty="0"/>
              <a:t>程序运行错误</a:t>
            </a:r>
            <a:endParaRPr lang="zh-CN" altLang="en-US" dirty="0"/>
          </a:p>
          <a:p>
            <a:r>
              <a:rPr lang="zh-CN" altLang="en-US" dirty="0"/>
              <a:t>程序逻辑错误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Vs code</a:t>
            </a:r>
            <a:r>
              <a:rPr lang="zh-CN" altLang="en-US" dirty="0"/>
              <a:t>调试</a:t>
            </a:r>
            <a:endParaRPr lang="zh-CN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431800" y="1535113"/>
          <a:ext cx="8280400" cy="476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Vs code</a:t>
            </a:r>
            <a:r>
              <a:rPr lang="zh-CN" altLang="en-US" sz="3600" dirty="0"/>
              <a:t>调试环境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无论是代码编译运行或者是调试代码，请在包含</a:t>
            </a:r>
            <a:r>
              <a:rPr lang="en-US" dirty="0"/>
              <a:t>.</a:t>
            </a:r>
            <a:r>
              <a:rPr lang="en-US" dirty="0" err="1"/>
              <a:t>vscode</a:t>
            </a:r>
            <a:r>
              <a:rPr lang="zh-CN" altLang="en-US" dirty="0"/>
              <a:t>文件夹的上一级文件夹中存放你的代码</a:t>
            </a:r>
            <a:endParaRPr lang="en-US" altLang="zh-CN" dirty="0"/>
          </a:p>
          <a:p>
            <a:pPr lvl="1"/>
            <a:r>
              <a:rPr lang="zh-CN" altLang="en-US" dirty="0"/>
              <a:t>如果打开</a:t>
            </a:r>
            <a:r>
              <a:rPr lang="en-US" dirty="0" err="1"/>
              <a:t>vscode</a:t>
            </a:r>
            <a:r>
              <a:rPr lang="zh-CN" altLang="en-US" dirty="0"/>
              <a:t>时显示左侧栏显示未打卡文件夹，请点击文件</a:t>
            </a:r>
            <a:r>
              <a:rPr lang="en-US" dirty="0"/>
              <a:t>-&gt;</a:t>
            </a:r>
            <a:r>
              <a:rPr lang="zh-CN" altLang="en-US" dirty="0"/>
              <a:t>打开文件夹，选中要使用的文件夹（如</a:t>
            </a:r>
            <a:r>
              <a:rPr lang="en-US" dirty="0"/>
              <a:t>code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r>
              <a:rPr lang="en-US" dirty="0"/>
              <a:t>.</a:t>
            </a:r>
            <a:r>
              <a:rPr lang="en-US" dirty="0" err="1"/>
              <a:t>vscode</a:t>
            </a:r>
            <a:r>
              <a:rPr lang="zh-CN" altLang="en-US" dirty="0"/>
              <a:t>下的配置文件</a:t>
            </a:r>
            <a:endParaRPr lang="en-US" altLang="zh-CN" dirty="0"/>
          </a:p>
          <a:p>
            <a:pPr lvl="2"/>
            <a:r>
              <a:rPr lang="zh-CN" altLang="en-US" dirty="0"/>
              <a:t>详见</a:t>
            </a:r>
            <a:r>
              <a:rPr lang="en-US" altLang="zh-CN" dirty="0"/>
              <a:t>vs code</a:t>
            </a:r>
            <a:r>
              <a:rPr lang="zh-CN" altLang="en-US" dirty="0"/>
              <a:t>安装说明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4466612" y="3175738"/>
            <a:ext cx="3705737" cy="3468878"/>
            <a:chOff x="3419872" y="2674677"/>
            <a:chExt cx="4380142" cy="3816162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1"/>
            <a:srcRect r="11803"/>
            <a:stretch>
              <a:fillRect/>
            </a:stretch>
          </p:blipFill>
          <p:spPr>
            <a:xfrm>
              <a:off x="3419872" y="2674677"/>
              <a:ext cx="4380142" cy="3816162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3851920" y="4005064"/>
              <a:ext cx="792088" cy="3301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707904" y="3686425"/>
              <a:ext cx="360040" cy="3301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设置断点</a:t>
            </a:r>
            <a:endParaRPr 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idx="1"/>
          </p:nvPr>
        </p:nvSpPr>
        <p:spPr>
          <a:xfrm>
            <a:off x="432000" y="1535837"/>
            <a:ext cx="8024311" cy="4764163"/>
          </a:xfrm>
        </p:spPr>
        <p:txBody>
          <a:bodyPr/>
          <a:lstStyle/>
          <a:p>
            <a:r>
              <a:rPr lang="zh-CN" altLang="en-US" dirty="0"/>
              <a:t>鼠标左键点击行前行号处→出现一个红色的点，该行为</a:t>
            </a:r>
            <a:r>
              <a:rPr lang="zh-CN" altLang="en-US" dirty="0">
                <a:solidFill>
                  <a:srgbClr val="0070C0"/>
                </a:solidFill>
              </a:rPr>
              <a:t>断点</a:t>
            </a:r>
            <a:endParaRPr lang="zh-CN" alt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3522132" y="2452143"/>
            <a:ext cx="3921958" cy="3271838"/>
            <a:chOff x="5643322" y="1320441"/>
            <a:chExt cx="5229277" cy="4362450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5643322" y="4437112"/>
              <a:ext cx="648072" cy="0"/>
            </a:xfrm>
            <a:prstGeom prst="straightConnector1">
              <a:avLst/>
            </a:prstGeom>
            <a:ln w="762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7274" y="1320441"/>
              <a:ext cx="4505325" cy="43624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调试步骤</a:t>
            </a:r>
            <a:endParaRPr lang="zh-CN" dirty="0"/>
          </a:p>
        </p:txBody>
      </p:sp>
      <p:graphicFrame>
        <p:nvGraphicFramePr>
          <p:cNvPr id="9" name="内容占位符 4"/>
          <p:cNvGraphicFramePr>
            <a:graphicFrameLocks noGrp="1"/>
          </p:cNvGraphicFramePr>
          <p:nvPr>
            <p:ph idx="1"/>
          </p:nvPr>
        </p:nvGraphicFramePr>
        <p:xfrm>
          <a:off x="431800" y="1535113"/>
          <a:ext cx="8280400" cy="476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调试过程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点击“调试”</a:t>
            </a:r>
            <a:r>
              <a:rPr lang="en-US" altLang="zh-CN" dirty="0"/>
              <a:t>——“</a:t>
            </a:r>
            <a:r>
              <a:rPr lang="zh-CN" altLang="en-US" dirty="0"/>
              <a:t>启动调试”：</a:t>
            </a:r>
            <a:endParaRPr lang="en-US" altLang="zh-CN" dirty="0"/>
          </a:p>
          <a:p>
            <a:pPr lvl="1"/>
            <a:r>
              <a:rPr lang="zh-CN" altLang="en-US" dirty="0">
                <a:latin typeface="+mn-ea"/>
              </a:rPr>
              <a:t>进入调试状态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程序运行至断点行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断点所在行变色，出现调试工具条</a:t>
            </a:r>
            <a:endParaRPr lang="en-US" altLang="zh-CN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1784" y="218623"/>
            <a:ext cx="2913773" cy="251952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001127" y="2806156"/>
            <a:ext cx="5092131" cy="3766044"/>
            <a:chOff x="3839712" y="1430779"/>
            <a:chExt cx="5329070" cy="364394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39712" y="1430779"/>
              <a:ext cx="5329070" cy="3643946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7650342" y="1700808"/>
              <a:ext cx="1080120" cy="300082"/>
            </a:xfrm>
            <a:prstGeom prst="rect">
              <a:avLst/>
            </a:prstGeom>
            <a:noFill/>
            <a:ln w="28575">
              <a:solidFill>
                <a:srgbClr val="FF33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085946" y="1778701"/>
              <a:ext cx="918101" cy="300082"/>
            </a:xfrm>
            <a:prstGeom prst="rect">
              <a:avLst/>
            </a:prstGeom>
            <a:noFill/>
            <a:ln w="28575">
              <a:solidFill>
                <a:srgbClr val="FF33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085946" y="2790325"/>
              <a:ext cx="927041" cy="300082"/>
            </a:xfrm>
            <a:prstGeom prst="rect">
              <a:avLst/>
            </a:prstGeom>
            <a:noFill/>
            <a:ln w="28575">
              <a:solidFill>
                <a:srgbClr val="FF33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085946" y="3847758"/>
              <a:ext cx="927041" cy="300082"/>
            </a:xfrm>
            <a:prstGeom prst="rect">
              <a:avLst/>
            </a:prstGeom>
            <a:noFill/>
            <a:ln w="28575">
              <a:solidFill>
                <a:srgbClr val="FF33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查看变量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watch</a:t>
            </a:r>
            <a:r>
              <a:rPr lang="zh-CN" altLang="en-US" dirty="0"/>
              <a:t>窗口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9712" y="1430779"/>
            <a:ext cx="5329070" cy="364394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650342" y="1700808"/>
            <a:ext cx="1080120" cy="300082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  <p:sp>
        <p:nvSpPr>
          <p:cNvPr id="10" name="文本框 9"/>
          <p:cNvSpPr txBox="1"/>
          <p:nvPr/>
        </p:nvSpPr>
        <p:spPr>
          <a:xfrm>
            <a:off x="4085946" y="1778701"/>
            <a:ext cx="918101" cy="300082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  <p:sp>
        <p:nvSpPr>
          <p:cNvPr id="11" name="文本框 10"/>
          <p:cNvSpPr txBox="1"/>
          <p:nvPr/>
        </p:nvSpPr>
        <p:spPr>
          <a:xfrm>
            <a:off x="4085946" y="2790325"/>
            <a:ext cx="927041" cy="300082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  <p:sp>
        <p:nvSpPr>
          <p:cNvPr id="12" name="文本框 11"/>
          <p:cNvSpPr txBox="1"/>
          <p:nvPr/>
        </p:nvSpPr>
        <p:spPr>
          <a:xfrm>
            <a:off x="4085946" y="3847758"/>
            <a:ext cx="927041" cy="300082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35" y="2888940"/>
            <a:ext cx="1826414" cy="163541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220" y="3381618"/>
            <a:ext cx="2125491" cy="19270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63323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控制程序执行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331651"/>
            <a:ext cx="8280000" cy="4968350"/>
          </a:xfrm>
        </p:spPr>
        <p:txBody>
          <a:bodyPr/>
          <a:lstStyle/>
          <a:p>
            <a:r>
              <a:rPr lang="en-US" altLang="zh-CN" b="1" dirty="0">
                <a:latin typeface="+mn-ea"/>
              </a:rPr>
              <a:t>Next line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执行本行程序 蓝色高亮条变为下一行</a:t>
            </a:r>
            <a:endParaRPr lang="en-US" b="1" dirty="0">
              <a:latin typeface="+mn-ea"/>
            </a:endParaRPr>
          </a:p>
          <a:p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90" y="3726644"/>
            <a:ext cx="2192009" cy="486054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3247901" y="2106131"/>
            <a:ext cx="5590756" cy="3623574"/>
            <a:chOff x="4358346" y="685800"/>
            <a:chExt cx="7454341" cy="483143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74389" y="691444"/>
              <a:ext cx="6038298" cy="4825788"/>
            </a:xfrm>
            <a:prstGeom prst="rect">
              <a:avLst/>
            </a:prstGeom>
          </p:spPr>
        </p:pic>
        <p:cxnSp>
          <p:nvCxnSpPr>
            <p:cNvPr id="8" name="直接箭头连接符 7"/>
            <p:cNvCxnSpPr/>
            <p:nvPr/>
          </p:nvCxnSpPr>
          <p:spPr>
            <a:xfrm flipV="1">
              <a:off x="8256240" y="1484784"/>
              <a:ext cx="2088232" cy="20162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1709" y="685800"/>
              <a:ext cx="6038298" cy="4825788"/>
            </a:xfrm>
            <a:prstGeom prst="rect">
              <a:avLst/>
            </a:prstGeom>
          </p:spPr>
        </p:pic>
        <p:cxnSp>
          <p:nvCxnSpPr>
            <p:cNvPr id="10" name="直接箭头连接符 9"/>
            <p:cNvCxnSpPr/>
            <p:nvPr/>
          </p:nvCxnSpPr>
          <p:spPr>
            <a:xfrm flipV="1">
              <a:off x="8223560" y="1479140"/>
              <a:ext cx="2088232" cy="20162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V="1">
              <a:off x="8161362" y="1484784"/>
              <a:ext cx="2408522" cy="13681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V="1">
              <a:off x="8128682" y="1484784"/>
              <a:ext cx="2626282" cy="1647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V="1">
              <a:off x="8153646" y="1484784"/>
              <a:ext cx="2797000" cy="18455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V="1">
              <a:off x="8208690" y="1484784"/>
              <a:ext cx="2952238" cy="3600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H="1">
              <a:off x="4358346" y="1664804"/>
              <a:ext cx="1575512" cy="13321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/>
          <p:cNvSpPr/>
          <p:nvPr/>
        </p:nvSpPr>
        <p:spPr>
          <a:xfrm>
            <a:off x="717314" y="5586536"/>
            <a:ext cx="7087197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Tips</a:t>
            </a:r>
            <a:r>
              <a:rPr lang="zh-CN" altLang="en-US" sz="1350" dirty="0"/>
              <a:t>：</a:t>
            </a:r>
            <a:endParaRPr lang="en-US" altLang="zh-CN" sz="1350" dirty="0"/>
          </a:p>
          <a:p>
            <a:r>
              <a:rPr lang="zh-CN" altLang="en-US" sz="1350" dirty="0"/>
              <a:t>如果高亮行命令需要接受使用者的动作指令 （如：</a:t>
            </a:r>
            <a:r>
              <a:rPr lang="en-US" altLang="zh-CN" sz="1350" dirty="0" err="1"/>
              <a:t>cin</a:t>
            </a:r>
            <a:r>
              <a:rPr lang="en-US" altLang="zh-CN" sz="1350" dirty="0"/>
              <a:t> </a:t>
            </a:r>
            <a:r>
              <a:rPr lang="zh-CN" altLang="en-US" sz="1350" dirty="0"/>
              <a:t>）必须给予该指令才能继续执行程序</a:t>
            </a:r>
            <a:r>
              <a:rPr lang="en-US" altLang="zh-CN" sz="1350" dirty="0"/>
              <a:t>;</a:t>
            </a:r>
            <a:endParaRPr lang="en-US" altLang="zh-CN" sz="1350" dirty="0"/>
          </a:p>
          <a:p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条件断点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断点处右键</a:t>
            </a:r>
            <a:r>
              <a:rPr lang="en-US" altLang="zh-CN" dirty="0"/>
              <a:t>——Edit Breakpoint——</a:t>
            </a:r>
            <a:r>
              <a:rPr lang="zh-CN" altLang="en-US" dirty="0"/>
              <a:t>输入表达式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83" y="2403731"/>
            <a:ext cx="3429479" cy="38962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68" y="3299352"/>
            <a:ext cx="3886742" cy="27340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调试举例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181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f(1)=1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f(2)=1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f(n)=(A*f(n-1)+B*f(n-2)) mod 7. </a:t>
            </a:r>
            <a:endParaRPr lang="en-US" dirty="0"/>
          </a:p>
          <a:p>
            <a:pPr marL="0" indent="0">
              <a:buNone/>
            </a:pPr>
            <a:r>
              <a:rPr lang="zh-CN" altLang="en-US" dirty="0"/>
              <a:t>给你</a:t>
            </a:r>
            <a:r>
              <a:rPr lang="en-US" dirty="0"/>
              <a:t>A,B</a:t>
            </a:r>
            <a:r>
              <a:rPr lang="zh-CN" altLang="en-US" dirty="0"/>
              <a:t>和</a:t>
            </a:r>
            <a:r>
              <a:rPr lang="en-US" dirty="0"/>
              <a:t>n,</a:t>
            </a:r>
            <a:r>
              <a:rPr lang="zh-CN" altLang="en-US" dirty="0"/>
              <a:t>你要算出</a:t>
            </a:r>
            <a:r>
              <a:rPr lang="en-US" dirty="0"/>
              <a:t>f(n)</a:t>
            </a:r>
            <a:r>
              <a:rPr lang="zh-CN" altLang="en-US" dirty="0"/>
              <a:t>的值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提示：</a:t>
            </a:r>
            <a:r>
              <a:rPr lang="en-US" dirty="0"/>
              <a:t>mod </a:t>
            </a:r>
            <a:r>
              <a:rPr lang="zh-CN" altLang="en-US" dirty="0"/>
              <a:t>表示求模运算，</a:t>
            </a:r>
            <a:r>
              <a:rPr lang="en-US" dirty="0"/>
              <a:t>A mod B </a:t>
            </a:r>
            <a:r>
              <a:rPr lang="zh-CN" altLang="en-US" dirty="0"/>
              <a:t>表示</a:t>
            </a:r>
            <a:r>
              <a:rPr lang="en-US" dirty="0"/>
              <a:t>A</a:t>
            </a:r>
            <a:r>
              <a:rPr lang="zh-CN" altLang="en-US" dirty="0"/>
              <a:t>除以</a:t>
            </a:r>
            <a:r>
              <a:rPr lang="en-US" dirty="0"/>
              <a:t>B</a:t>
            </a:r>
            <a:r>
              <a:rPr lang="zh-CN" altLang="en-US" dirty="0"/>
              <a:t>的余数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29562" y="1213009"/>
            <a:ext cx="615668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008000"/>
                </a:solidFill>
                <a:latin typeface="Consolas" panose="020B0609020204030204" pitchFamily="49" charset="0"/>
              </a:rPr>
              <a:t>// 181, wrong answer's input: 26 28 2109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35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r>
              <a:rPr lang="en-US" sz="1350" dirty="0">
                <a:solidFill>
                  <a:srgbClr val="0000FF"/>
                </a:solidFill>
                <a:latin typeface="Consolas" panose="020B0609020204030204" pitchFamily="49" charset="0"/>
              </a:rPr>
              <a:t>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5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 main()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{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 a,b,n,i,f0,f1,f2;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5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 &gt;&gt; a &gt;&gt; b &gt;&gt; n;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f0=</a:t>
            </a:r>
            <a:r>
              <a:rPr lang="en-US" sz="135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;f1=</a:t>
            </a:r>
            <a:r>
              <a:rPr lang="en-US" sz="135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;i=</a:t>
            </a:r>
            <a:r>
              <a:rPr lang="en-US" sz="135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;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5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{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f2=(a*f0+b*f1)%</a:t>
            </a:r>
            <a:r>
              <a:rPr lang="en-US" sz="135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;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f0=f1;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f1=f2;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5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++;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} </a:t>
            </a:r>
            <a:r>
              <a:rPr lang="en-US" sz="135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5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&lt;n-</a:t>
            </a:r>
            <a:r>
              <a:rPr lang="en-US" sz="135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 &lt;&lt; f2 &lt;&lt; </a:t>
            </a:r>
            <a:r>
              <a:rPr lang="en-US" sz="13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5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;  </a:t>
            </a: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  <a:t> }  </a:t>
            </a:r>
            <a:endParaRPr lang="en-US" sz="135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59256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出错代码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调试举例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编写程序输出直角杨辉三角</a:t>
            </a:r>
            <a:endParaRPr lang="zh-CN" alt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982993"/>
            <a:ext cx="3348372" cy="2523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283" y="1236383"/>
            <a:ext cx="1738013" cy="131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785167" y="3777455"/>
            <a:ext cx="221424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dirty="0"/>
              <a:t>看懂代码</a:t>
            </a:r>
            <a:endParaRPr lang="en-US" altLang="zh-CN" sz="1350" dirty="0"/>
          </a:p>
          <a:p>
            <a:r>
              <a:rPr lang="zh-CN" altLang="en-US" sz="1350" dirty="0"/>
              <a:t>调试找出代码中的错误</a:t>
            </a:r>
            <a:endParaRPr lang="en-US" altLang="zh-CN" sz="1350" dirty="0"/>
          </a:p>
          <a:p>
            <a:endParaRPr lang="en-US" sz="1350" dirty="0"/>
          </a:p>
        </p:txBody>
      </p:sp>
      <p:sp>
        <p:nvSpPr>
          <p:cNvPr id="2" name="矩形 1"/>
          <p:cNvSpPr/>
          <p:nvPr/>
        </p:nvSpPr>
        <p:spPr>
          <a:xfrm>
            <a:off x="738129" y="870332"/>
            <a:ext cx="4319925" cy="589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输出杨辉三角前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N</a:t>
            </a:r>
            <a:r>
              <a:rPr lang="zh-CN" alt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行 </a:t>
            </a:r>
            <a:endParaRPr lang="zh-CN" alt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100" dirty="0">
                <a:solidFill>
                  <a:srgbClr val="0000FF"/>
                </a:solidFill>
                <a:latin typeface="Consolas" panose="020B0609020204030204" pitchFamily="49" charset="0"/>
              </a:rPr>
              <a:t>#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#define N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, j 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a[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a[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(j =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j &lt;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a[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][j] = a[i-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][j-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 + a[i-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a[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(j =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j &lt;=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"%-10d"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, a[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][j]);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3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3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1550" y="1164132"/>
            <a:ext cx="5443800" cy="2640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调试练习</a:t>
            </a:r>
            <a:r>
              <a:rPr lang="en-US" altLang="zh-CN" dirty="0"/>
              <a:t>3</a:t>
            </a:r>
            <a:r>
              <a:rPr lang="zh-CN" altLang="en-US" dirty="0"/>
              <a:t>：冒泡排序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t="11986"/>
          <a:stretch>
            <a:fillRect/>
          </a:stretch>
        </p:blipFill>
        <p:spPr>
          <a:xfrm>
            <a:off x="4842235" y="3859832"/>
            <a:ext cx="3361247" cy="104448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29658" y="1692252"/>
            <a:ext cx="6711546" cy="4335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#define SIZE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1000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SIZE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i,j,n,tmp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&gt;&gt; n;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++)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//input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// sorting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 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++){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(j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j &lt; n -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j ++){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[j] 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[j+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]){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[j];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[j]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[j+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[j+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          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// output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++)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5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常见错误总结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95157" y="1253786"/>
            <a:ext cx="8152707" cy="4710344"/>
          </a:xfrm>
        </p:spPr>
        <p:txBody>
          <a:bodyPr>
            <a:normAutofit lnSpcReduction="20000"/>
          </a:bodyPr>
          <a:lstStyle/>
          <a:p>
            <a:r>
              <a:rPr lang="en-US" sz="2400" dirty="0"/>
              <a:t>Runtime error: </a:t>
            </a:r>
            <a:r>
              <a:rPr lang="en-US" altLang="zh-CN" sz="2400" dirty="0" err="1"/>
              <a:t>scanf</a:t>
            </a:r>
            <a:r>
              <a:rPr lang="zh-CN" altLang="en-US" sz="2400" dirty="0"/>
              <a:t>的</a:t>
            </a:r>
            <a:r>
              <a:rPr lang="en-US" altLang="zh-CN" sz="2400" dirty="0"/>
              <a:t>&amp;</a:t>
            </a:r>
            <a:r>
              <a:rPr lang="zh-CN" altLang="en-US" sz="2400" dirty="0"/>
              <a:t>、除零、过大的局部数组变量、数组越界访问</a:t>
            </a:r>
            <a:endParaRPr lang="en-US" altLang="zh-CN" sz="2400" dirty="0"/>
          </a:p>
          <a:p>
            <a:r>
              <a:rPr lang="zh-CN" altLang="en-US" sz="2400" dirty="0"/>
              <a:t>循环的</a:t>
            </a:r>
            <a:r>
              <a:rPr lang="en-US" altLang="zh-CN" sz="2400" dirty="0"/>
              <a:t>{ }</a:t>
            </a:r>
            <a:r>
              <a:rPr lang="zh-CN" altLang="en-US" sz="2400" dirty="0"/>
              <a:t>匹配有问题</a:t>
            </a:r>
            <a:endParaRPr lang="en-US" altLang="zh-CN" sz="2400" dirty="0"/>
          </a:p>
          <a:p>
            <a:r>
              <a:rPr lang="zh-CN" altLang="en-US" sz="2400" dirty="0"/>
              <a:t>用作计数器的变量没有初始化（尤其是循环体中需要重置计数器为</a:t>
            </a:r>
            <a:r>
              <a:rPr lang="en-US" altLang="zh-CN" sz="2400" dirty="0"/>
              <a:t>0</a:t>
            </a:r>
            <a:r>
              <a:rPr lang="zh-CN" altLang="en-US" sz="2400" dirty="0"/>
              <a:t>的情况）</a:t>
            </a:r>
            <a:endParaRPr lang="en-US" altLang="zh-CN" sz="2400" dirty="0"/>
          </a:p>
          <a:p>
            <a:r>
              <a:rPr lang="en-US" sz="2400" dirty="0"/>
              <a:t>==</a:t>
            </a:r>
            <a:r>
              <a:rPr lang="zh-CN" altLang="en-US" sz="2400" dirty="0"/>
              <a:t>操作符 </a:t>
            </a:r>
            <a:r>
              <a:rPr lang="en-US" altLang="zh-CN" sz="2400" dirty="0"/>
              <a:t>vs = </a:t>
            </a:r>
            <a:r>
              <a:rPr lang="zh-CN" altLang="en-US" sz="2400" dirty="0"/>
              <a:t>操作符</a:t>
            </a:r>
            <a:endParaRPr lang="en-US" altLang="zh-CN" sz="2400" dirty="0"/>
          </a:p>
          <a:p>
            <a:r>
              <a:rPr lang="zh-CN" altLang="en-US" sz="2400" dirty="0"/>
              <a:t>变量名混淆：大小写混，局部变量之间混</a:t>
            </a:r>
            <a:endParaRPr lang="en-US" altLang="zh-CN" sz="2400" dirty="0"/>
          </a:p>
          <a:p>
            <a:r>
              <a:rPr lang="zh-CN" altLang="en-US" sz="2400" dirty="0"/>
              <a:t>数组没有初始化</a:t>
            </a:r>
            <a:endParaRPr lang="en-US" altLang="zh-CN" sz="2400" dirty="0"/>
          </a:p>
          <a:p>
            <a:r>
              <a:rPr lang="en-US" altLang="zh-CN" dirty="0"/>
              <a:t>……(long long,</a:t>
            </a:r>
            <a:r>
              <a:rPr lang="zh-CN" altLang="en-US" dirty="0"/>
              <a:t>初始化</a:t>
            </a:r>
            <a:r>
              <a:rPr lang="en-US" altLang="zh-CN" dirty="0"/>
              <a:t>/</a:t>
            </a:r>
            <a:r>
              <a:rPr lang="zh-CN" altLang="en-US" dirty="0"/>
              <a:t>重制位置</a:t>
            </a:r>
            <a:r>
              <a:rPr lang="en-US" altLang="zh-CN" dirty="0"/>
              <a:t>，</a:t>
            </a:r>
            <a:r>
              <a:rPr lang="zh-CN" altLang="en-US" dirty="0"/>
              <a:t>输入输出</a:t>
            </a:r>
            <a:r>
              <a:rPr lang="en-US" altLang="zh-CN" dirty="0"/>
              <a:t>）</a:t>
            </a:r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关于输入问题的总结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输入数字</a:t>
            </a:r>
            <a:endParaRPr lang="en-US" altLang="zh-CN" dirty="0"/>
          </a:p>
          <a:p>
            <a:pPr lvl="1"/>
            <a:r>
              <a:rPr lang="en-US" altLang="zh-CN" dirty="0"/>
              <a:t>%d, %f, %</a:t>
            </a:r>
            <a:r>
              <a:rPr lang="en-US" altLang="zh-CN" dirty="0" err="1"/>
              <a:t>lf</a:t>
            </a:r>
            <a:r>
              <a:rPr lang="en-US" altLang="zh-CN" dirty="0"/>
              <a:t> …… </a:t>
            </a:r>
            <a:r>
              <a:rPr lang="zh-CN" altLang="en-US" dirty="0"/>
              <a:t>分隔符</a:t>
            </a:r>
            <a:endParaRPr lang="en-US" altLang="zh-CN" dirty="0"/>
          </a:p>
          <a:p>
            <a:pPr lvl="1"/>
            <a:r>
              <a:rPr lang="zh-CN" altLang="en-US" dirty="0"/>
              <a:t>尽量灵活</a:t>
            </a:r>
            <a:endParaRPr lang="en-US" altLang="zh-CN" dirty="0"/>
          </a:p>
          <a:p>
            <a:r>
              <a:rPr lang="zh-CN" altLang="en-US" dirty="0"/>
              <a:t>输入字符</a:t>
            </a:r>
            <a:endParaRPr lang="en-US" altLang="zh-CN" dirty="0"/>
          </a:p>
          <a:p>
            <a:pPr lvl="1"/>
            <a:r>
              <a:rPr lang="en-US" altLang="zh-CN" dirty="0"/>
              <a:t>%c</a:t>
            </a:r>
            <a:r>
              <a:rPr lang="zh-CN" altLang="en-US" dirty="0"/>
              <a:t>输入的问题，特殊字符，如空格、回车等的处理</a:t>
            </a:r>
            <a:endParaRPr lang="en-US" altLang="zh-CN" dirty="0"/>
          </a:p>
          <a:p>
            <a:pPr lvl="1"/>
            <a:r>
              <a:rPr lang="en-US" altLang="zh-CN" dirty="0"/>
              <a:t>“%c</a:t>
            </a:r>
            <a:r>
              <a:rPr lang="en-US" altLang="zh-CN" dirty="0">
                <a:solidFill>
                  <a:srgbClr val="FF0000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/>
              <a:t>%c</a:t>
            </a:r>
            <a:r>
              <a:rPr lang="en-US" altLang="zh-CN" dirty="0">
                <a:highlight>
                  <a:srgbClr val="FF0000"/>
                </a:highlight>
              </a:rPr>
              <a:t> </a:t>
            </a:r>
            <a:r>
              <a:rPr lang="en-US" altLang="zh-CN" dirty="0"/>
              <a:t>%d”</a:t>
            </a:r>
            <a:endParaRPr lang="en-US" altLang="zh-CN" dirty="0"/>
          </a:p>
          <a:p>
            <a:r>
              <a:rPr lang="zh-CN" altLang="en-US" dirty="0"/>
              <a:t>输入字符串</a:t>
            </a:r>
            <a:endParaRPr lang="en-US" altLang="zh-CN" dirty="0"/>
          </a:p>
          <a:p>
            <a:pPr lvl="1"/>
            <a:r>
              <a:rPr lang="en-US" altLang="zh-CN" dirty="0"/>
              <a:t>%s    char[],  </a:t>
            </a:r>
            <a:r>
              <a:rPr lang="zh-CN" altLang="en-US" dirty="0"/>
              <a:t>最后有</a:t>
            </a:r>
            <a:r>
              <a:rPr lang="en-US" altLang="zh-CN" dirty="0"/>
              <a:t>’\0’</a:t>
            </a:r>
            <a:endParaRPr lang="en-US" altLang="zh-CN" dirty="0"/>
          </a:p>
          <a:p>
            <a:pPr lvl="1"/>
            <a:r>
              <a:rPr lang="zh-CN" altLang="en-US" dirty="0"/>
              <a:t>字符串中含分隔字符的读入方式：</a:t>
            </a:r>
            <a:r>
              <a:rPr lang="en-US" altLang="zh-CN" dirty="0"/>
              <a:t>gets, </a:t>
            </a:r>
            <a:r>
              <a:rPr lang="en-US" altLang="zh-CN" dirty="0" err="1"/>
              <a:t>fgets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zh-CN" altLang="en-US" dirty="0"/>
              <a:t>返回值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 </a:t>
            </a:r>
            <a:r>
              <a:rPr lang="en-US" dirty="0" err="1"/>
              <a:t>scanf</a:t>
            </a:r>
            <a:r>
              <a:rPr lang="en-US" dirty="0"/>
              <a:t> ( const char * format, ... );</a:t>
            </a:r>
            <a:endParaRPr lang="en-US" dirty="0"/>
          </a:p>
          <a:p>
            <a:pPr lvl="1"/>
            <a:r>
              <a:rPr lang="en-US" dirty="0">
                <a:hlinkClick r:id="rId1"/>
              </a:rPr>
              <a:t>https://cplusplus.com/reference/cstdio/scanf/</a:t>
            </a:r>
            <a:endParaRPr lang="en-US" dirty="0"/>
          </a:p>
          <a:p>
            <a:pPr lvl="1"/>
            <a:r>
              <a:rPr lang="en-US" dirty="0"/>
              <a:t>Read formatted data from stdin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altLang="zh-CN" dirty="0"/>
          </a:p>
          <a:p>
            <a:r>
              <a:rPr lang="zh-CN" altLang="en-US" dirty="0"/>
              <a:t>常见使用问题</a:t>
            </a:r>
            <a:endParaRPr lang="en-US" altLang="zh-CN" dirty="0"/>
          </a:p>
          <a:p>
            <a:pPr lvl="1"/>
            <a:r>
              <a:rPr lang="en-US" dirty="0"/>
              <a:t>while (</a:t>
            </a:r>
            <a:r>
              <a:rPr lang="en-US" dirty="0" err="1"/>
              <a:t>scanf</a:t>
            </a:r>
            <a:r>
              <a:rPr lang="en-US" dirty="0"/>
              <a:t>("%c", &amp;</a:t>
            </a:r>
            <a:r>
              <a:rPr lang="en-US" altLang="zh-CN" dirty="0" err="1"/>
              <a:t>ch</a:t>
            </a:r>
            <a:r>
              <a:rPr lang="en-US" dirty="0"/>
              <a:t>))</a:t>
            </a:r>
            <a:endParaRPr lang="en-US" dirty="0"/>
          </a:p>
          <a:p>
            <a:pPr lvl="1"/>
            <a:r>
              <a:rPr lang="nn-NO" dirty="0"/>
              <a:t>for(int i=0;i&lt;=99;i++)</a:t>
            </a:r>
            <a:endParaRPr lang="nn-NO" dirty="0"/>
          </a:p>
          <a:p>
            <a:pPr marL="397510" lvl="1" indent="0">
              <a:buNone/>
            </a:pPr>
            <a:r>
              <a:rPr lang="nn-NO" dirty="0"/>
              <a:t>        	      scanf("%c",&amp;a[i]);</a:t>
            </a:r>
            <a:endParaRPr lang="nn-NO" dirty="0"/>
          </a:p>
          <a:p>
            <a:pPr lvl="1"/>
            <a:r>
              <a:rPr lang="nn-NO" dirty="0"/>
              <a:t> </a:t>
            </a:r>
            <a:r>
              <a:rPr lang="en-US" altLang="zh-CN" dirty="0"/>
              <a:t>……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35" y="2566225"/>
            <a:ext cx="7832993" cy="17255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gets</a:t>
            </a:r>
            <a:r>
              <a:rPr lang="zh-CN" altLang="en-US" dirty="0"/>
              <a:t>函数详解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 * gets ( char * str );</a:t>
            </a:r>
            <a:endParaRPr lang="en-US" dirty="0"/>
          </a:p>
          <a:p>
            <a:pPr lvl="1"/>
            <a:r>
              <a:rPr lang="en-US" dirty="0"/>
              <a:t>Get string from stdin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[NOTE: This function is no longer available in C or C++ (as of C11 &amp; C++14)]</a:t>
            </a:r>
            <a:endParaRPr lang="en-US" dirty="0">
              <a:solidFill>
                <a:srgbClr val="FF0000"/>
              </a:solidFill>
            </a:endParaRPr>
          </a:p>
          <a:p>
            <a:pPr lvl="1" fontAlgn="base"/>
            <a:r>
              <a:rPr lang="en-US" b="1" dirty="0"/>
              <a:t>Compatibility</a:t>
            </a:r>
            <a:endParaRPr lang="en-US" b="1" dirty="0"/>
          </a:p>
          <a:p>
            <a:pPr lvl="2"/>
            <a:r>
              <a:rPr lang="en-US" dirty="0"/>
              <a:t>The C standard definitively removed this function in 2011 from its specification.</a:t>
            </a:r>
            <a:br>
              <a:rPr lang="en-US" dirty="0"/>
            </a:br>
            <a:r>
              <a:rPr lang="en-US" dirty="0"/>
              <a:t>The function is deprecated in C++ (as of the 2014 standard).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862" y="4706757"/>
            <a:ext cx="8280000" cy="123081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216802" y="650992"/>
            <a:ext cx="16900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用</a:t>
            </a:r>
            <a:r>
              <a:rPr lang="en-US" altLang="zh-CN" sz="2400" b="1" dirty="0" err="1"/>
              <a:t>fgets</a:t>
            </a:r>
            <a:r>
              <a:rPr lang="zh-CN" altLang="en-US" sz="2400" b="1" dirty="0"/>
              <a:t>替代</a:t>
            </a:r>
            <a:endParaRPr lang="en-US"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2971</Words>
  <Application>WPS 演示</Application>
  <PresentationFormat>全屏显示(4:3)</PresentationFormat>
  <Paragraphs>222</Paragraphs>
  <Slides>21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5" baseType="lpstr">
      <vt:lpstr>Arial</vt:lpstr>
      <vt:lpstr>宋体</vt:lpstr>
      <vt:lpstr>Wingdings</vt:lpstr>
      <vt:lpstr>Calibri</vt:lpstr>
      <vt:lpstr>Helvetica Neue</vt:lpstr>
      <vt:lpstr>Rockwell</vt:lpstr>
      <vt:lpstr>方正姚体</vt:lpstr>
      <vt:lpstr>宋体-简</vt:lpstr>
      <vt:lpstr>Calibri Light</vt:lpstr>
      <vt:lpstr>微软雅黑</vt:lpstr>
      <vt:lpstr>汉仪旗黑</vt:lpstr>
      <vt:lpstr>微软雅黑 Light</vt:lpstr>
      <vt:lpstr>汉仪中黑KW</vt:lpstr>
      <vt:lpstr>微软雅黑</vt:lpstr>
      <vt:lpstr>宋体</vt:lpstr>
      <vt:lpstr>Arial Unicode MS</vt:lpstr>
      <vt:lpstr>等线</vt:lpstr>
      <vt:lpstr>汉仪中等线KW</vt:lpstr>
      <vt:lpstr>Consolas</vt:lpstr>
      <vt:lpstr>苹方-简</vt:lpstr>
      <vt:lpstr>Rockwell</vt:lpstr>
      <vt:lpstr>方正姚体</vt:lpstr>
      <vt:lpstr>汉仪书宋二KW</vt:lpstr>
      <vt:lpstr>课程PPT模板</vt:lpstr>
      <vt:lpstr>8. 程序调试	</vt:lpstr>
      <vt:lpstr>内容</vt:lpstr>
      <vt:lpstr>概述</vt:lpstr>
      <vt:lpstr>4种错误类型</vt:lpstr>
      <vt:lpstr>Vs code调试</vt:lpstr>
      <vt:lpstr>Vs code调试环境</vt:lpstr>
      <vt:lpstr>设置断点</vt:lpstr>
      <vt:lpstr>调试步骤</vt:lpstr>
      <vt:lpstr>调试过程</vt:lpstr>
      <vt:lpstr>查看变量</vt:lpstr>
      <vt:lpstr>控制程序执行</vt:lpstr>
      <vt:lpstr>条件断点</vt:lpstr>
      <vt:lpstr>调试举例1：181</vt:lpstr>
      <vt:lpstr>出错代码</vt:lpstr>
      <vt:lpstr>调试举例2：</vt:lpstr>
      <vt:lpstr>PowerPoint 演示文稿</vt:lpstr>
      <vt:lpstr>调试练习3：冒泡排序</vt:lpstr>
      <vt:lpstr>常见错误总结</vt:lpstr>
      <vt:lpstr>关于输入问题的总结</vt:lpstr>
      <vt:lpstr>scanf返回值</vt:lpstr>
      <vt:lpstr>gets函数详解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Li₂O</cp:lastModifiedBy>
  <cp:revision>883</cp:revision>
  <dcterms:created xsi:type="dcterms:W3CDTF">2025-10-23T09:31:17Z</dcterms:created>
  <dcterms:modified xsi:type="dcterms:W3CDTF">2025-10-23T09:31:17Z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689B304D2424DBF0E5F5F96835301C2D_42</vt:lpwstr>
  </property>
  <property fmtid="{D5CDD505-2E9C-101B-9397-08002B2CF9AE}" pid="3" name="KSOProductBuildVer">
    <vt:lpwstr>2052-12.1.21861.21861</vt:lpwstr>
  </property>
</Properties>
</file>